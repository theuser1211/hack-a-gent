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5249" y="1657002"/>
            <a:ext cx="5204489" cy="316059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bg1"/>
                </a:solidFill>
              </a:rPr>
              <a:t>Hack-A-Gent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96708" y="4891600"/>
            <a:ext cx="4508641" cy="66405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defRPr sz="2200"/>
            </a:pPr>
            <a:r>
              <a:rPr lang="en-US" sz="1800" dirty="0">
                <a:solidFill>
                  <a:schemeClr val="bg1"/>
                </a:solidFill>
              </a:rPr>
              <a:t>Domain – Machine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800" dirty="0">
                <a:solidFill>
                  <a:schemeClr val="bg1"/>
                </a:solidFill>
              </a:rPr>
              <a:t>Subdomain – Autonomous AI Agent</a:t>
            </a:r>
          </a:p>
        </p:txBody>
      </p:sp>
      <p:sp>
        <p:nvSpPr>
          <p:cNvPr id="50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52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54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8" name="Oval 57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2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646F8843-41B8-3276-8C2A-426962493A66}"/>
              </a:ext>
            </a:extLst>
          </p:cNvPr>
          <p:cNvSpPr txBox="1">
            <a:spLocks/>
          </p:cNvSpPr>
          <p:nvPr/>
        </p:nvSpPr>
        <p:spPr>
          <a:xfrm>
            <a:off x="3927178" y="709007"/>
            <a:ext cx="4508641" cy="1116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 sz="2200"/>
            </a:pPr>
            <a:r>
              <a:rPr lang="en-US" sz="1600" dirty="0">
                <a:solidFill>
                  <a:schemeClr val="bg1"/>
                </a:solidFill>
              </a:rPr>
              <a:t>Aarav Gupta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 dirty="0">
                <a:solidFill>
                  <a:schemeClr val="bg1"/>
                </a:solidFill>
              </a:rPr>
              <a:t>Dr. Pillai Global Academy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 dirty="0">
                <a:solidFill>
                  <a:schemeClr val="bg1"/>
                </a:solidFill>
              </a:rPr>
              <a:t>11</a:t>
            </a:r>
            <a:r>
              <a:rPr lang="en-US" sz="1600" baseline="30000" dirty="0">
                <a:solidFill>
                  <a:schemeClr val="bg1"/>
                </a:solidFill>
              </a:rPr>
              <a:t>th</a:t>
            </a:r>
            <a:r>
              <a:rPr lang="en-US" sz="1600" dirty="0">
                <a:solidFill>
                  <a:schemeClr val="bg1"/>
                </a:solidFill>
              </a:rPr>
              <a:t> Grade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5F6666-A82C-3CAC-4B09-43C9E4CE7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804" y="-214303"/>
            <a:ext cx="3492237" cy="23281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BB2831C-B6AE-60F9-935A-D12F66557AF6}"/>
              </a:ext>
            </a:extLst>
          </p:cNvPr>
          <p:cNvSpPr txBox="1">
            <a:spLocks/>
          </p:cNvSpPr>
          <p:nvPr/>
        </p:nvSpPr>
        <p:spPr>
          <a:xfrm>
            <a:off x="4814143" y="3550892"/>
            <a:ext cx="271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Build Less. Innovate More.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Problem Understanding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700" b="1" dirty="0">
                <a:solidFill>
                  <a:schemeClr val="bg1"/>
                </a:solidFill>
              </a:rPr>
              <a:t>What is the problem?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Hackathon participants spend most of their time on setup, boilerplate, debugging, documentation and deployment instead of improving their idea.</a:t>
            </a:r>
            <a:br>
              <a:rPr lang="en-US" sz="1700" dirty="0">
                <a:solidFill>
                  <a:schemeClr val="bg1"/>
                </a:solidFill>
              </a:rPr>
            </a:br>
            <a:br>
              <a:rPr lang="en-US" sz="1700" b="1" dirty="0">
                <a:solidFill>
                  <a:schemeClr val="bg1"/>
                </a:solidFill>
              </a:rPr>
            </a:br>
            <a:r>
              <a:rPr lang="en-US" sz="1700" b="1" dirty="0">
                <a:solidFill>
                  <a:schemeClr val="bg1"/>
                </a:solidFill>
              </a:rPr>
              <a:t>Who is affected?</a:t>
            </a:r>
            <a:br>
              <a:rPr lang="en-US" sz="1700" b="1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    Students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    First-time hackathon participants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    Solo developers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    Small teams</a:t>
            </a:r>
            <a:br>
              <a:rPr lang="en-US" sz="1700" dirty="0">
                <a:solidFill>
                  <a:schemeClr val="bg1"/>
                </a:solidFill>
              </a:rPr>
            </a:b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b="1" dirty="0">
                <a:solidFill>
                  <a:schemeClr val="bg1"/>
                </a:solidFill>
              </a:rPr>
              <a:t>Why does it matter?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Less time remains for innovation, resulting in unfinished features and weaker submissions.</a:t>
            </a:r>
            <a:br>
              <a:rPr lang="en-US" sz="1700" dirty="0">
                <a:solidFill>
                  <a:schemeClr val="bg1"/>
                </a:solidFill>
              </a:rPr>
            </a:b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b="1" dirty="0">
                <a:solidFill>
                  <a:schemeClr val="bg1"/>
                </a:solidFill>
              </a:rPr>
              <a:t>Where does it occur?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Across school, college and professional software hackathons.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62A1CD-10D0-FEA3-5FC6-37B89D833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804" y="-214303"/>
            <a:ext cx="3492237" cy="23281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Research &amp; Insights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45477" y="1253330"/>
            <a:ext cx="545567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  <a:defRPr sz="2200"/>
            </a:pPr>
            <a:r>
              <a:rPr lang="en-IN" sz="1600" b="1" dirty="0">
                <a:solidFill>
                  <a:schemeClr val="bg1"/>
                </a:solidFill>
                <a:latin typeface="Abadi" panose="020B0604020104020204" pitchFamily="34" charset="0"/>
              </a:rPr>
              <a:t>Industry observations</a:t>
            </a:r>
            <a: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  <a:t>:</a:t>
            </a:r>
            <a:b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  <a:t>  • AI coding tools are becoming mainstream.</a:t>
            </a:r>
            <a:b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  <a:t>  • Hackathon teams still coordinate multiple tools manually.</a:t>
            </a:r>
            <a:b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  <a:t>  • Time pressure reduces polish and experimentation.</a:t>
            </a:r>
            <a:b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</a:br>
            <a:b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</a:br>
            <a:r>
              <a:rPr lang="en-IN" sz="1600" b="1" dirty="0">
                <a:solidFill>
                  <a:schemeClr val="bg1"/>
                </a:solidFill>
                <a:latin typeface="Abadi" panose="020B0604020104020204" pitchFamily="34" charset="0"/>
              </a:rPr>
              <a:t>Existing solutions:</a:t>
            </a:r>
            <a:b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  <a:t>  • Claude Code – Great coding agent, not hackathon-aware.</a:t>
            </a:r>
            <a:b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  <a:t>  • GitHub Copilot – Code completion only.</a:t>
            </a:r>
            <a:b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  <a:t>  • </a:t>
            </a:r>
            <a:r>
              <a:rPr lang="en-IN" sz="1600" dirty="0" err="1">
                <a:solidFill>
                  <a:schemeClr val="bg1"/>
                </a:solidFill>
                <a:latin typeface="Abadi" panose="020B0604020104020204" pitchFamily="34" charset="0"/>
              </a:rPr>
              <a:t>OpenHands</a:t>
            </a:r>
            <a: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  <a:t> – Autonomous development, not end-to-end        </a:t>
            </a:r>
            <a:r>
              <a:rPr lang="en-IN" sz="1600" dirty="0" err="1">
                <a:latin typeface="Abadi" panose="020B0604020104020204" pitchFamily="34" charset="0"/>
              </a:rPr>
              <a:t>d.d</a:t>
            </a:r>
            <a:r>
              <a:rPr lang="en-IN" sz="1600" dirty="0" err="1">
                <a:solidFill>
                  <a:schemeClr val="bg1"/>
                </a:solidFill>
                <a:latin typeface="Abadi" panose="020B0604020104020204" pitchFamily="34" charset="0"/>
              </a:rPr>
              <a:t>hackathon</a:t>
            </a:r>
            <a: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  <a:t> workflow.</a:t>
            </a:r>
            <a:b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  <a:t>  • Devin – End-to-end engineering, expensive.</a:t>
            </a:r>
            <a:b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  <a:t>  • Bolt/Lovable – Only web-app generation, limited </a:t>
            </a:r>
            <a:r>
              <a:rPr lang="en-IN" sz="1600" dirty="0" err="1">
                <a:latin typeface="Abadi" panose="020B0604020104020204" pitchFamily="34" charset="0"/>
              </a:rPr>
              <a:t>fffff</a:t>
            </a:r>
            <a:r>
              <a:rPr lang="en-IN" sz="1600" dirty="0" err="1">
                <a:solidFill>
                  <a:schemeClr val="bg1"/>
                </a:solidFill>
                <a:latin typeface="Abadi" panose="020B0604020104020204" pitchFamily="34" charset="0"/>
              </a:rPr>
              <a:t>submission</a:t>
            </a:r>
            <a: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  <a:t> automation.</a:t>
            </a:r>
            <a:b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</a:br>
            <a:b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</a:br>
            <a:r>
              <a:rPr lang="en-IN" sz="1600" b="1" dirty="0">
                <a:solidFill>
                  <a:schemeClr val="bg1"/>
                </a:solidFill>
                <a:latin typeface="Abadi" panose="020B0604020104020204" pitchFamily="34" charset="0"/>
              </a:rPr>
              <a:t>Gap:</a:t>
            </a:r>
            <a:b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Abadi" panose="020B0604020104020204" pitchFamily="34" charset="0"/>
              </a:rPr>
              <a:t>No existing tool automates the complete hackathon lifecycle.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C31A04-14AA-B6C6-5898-4ADF73B5C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804" y="-214303"/>
            <a:ext cx="3492237" cy="23281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Proposed Solution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2200" dirty="0">
                <a:solidFill>
                  <a:schemeClr val="bg1"/>
                </a:solidFill>
              </a:rPr>
              <a:t>Hack-A-Gent is an autonomous AI agent built specifically for hackathons.</a:t>
            </a:r>
            <a:br>
              <a:rPr lang="en-US" sz="2200" dirty="0">
                <a:solidFill>
                  <a:schemeClr val="bg1"/>
                </a:solidFill>
              </a:rPr>
            </a:b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It: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Understands the problem statement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Researches competitors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Generates ideas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Plans architecture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Builds the MVP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Tests &amp; fixes errors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Generates documentation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Packages the final submission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0BE471-E043-7F40-783B-C70ED6F02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414" y="-295251"/>
            <a:ext cx="3492237" cy="23281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buNone/>
              <a:defRPr sz="2200"/>
            </a:pPr>
            <a:r>
              <a:rPr lang="en-IN" sz="1700" dirty="0">
                <a:solidFill>
                  <a:schemeClr val="bg1"/>
                </a:solidFill>
              </a:rPr>
              <a:t>Problem Statement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↓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Research &amp; Gap Analysis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↓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Idea Generation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↓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Architecture Planning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↓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MVP Development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↓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Testing &amp; Self-Debugging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↓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Documentation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↓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Pitch Deck &amp; Demo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↓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Submission Ready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57222D-1778-4170-D8D5-9E5017831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804" y="-214303"/>
            <a:ext cx="3492237" cy="23281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Impact &amp; Future Scope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lang="en-US" sz="2200" dirty="0">
                <a:solidFill>
                  <a:schemeClr val="bg1"/>
                </a:solidFill>
              </a:rPr>
              <a:t>Impact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   • More time for innovation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   • Higher-quality submissions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   • Lower barrier for first-time hackers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   • Less repetitive engineering</a:t>
            </a:r>
            <a:br>
              <a:rPr lang="en-US" sz="2200" dirty="0">
                <a:solidFill>
                  <a:schemeClr val="bg1"/>
                </a:solidFill>
              </a:rPr>
            </a:b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Future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   • Multi-agent collaboration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   • Judge-aware planning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   • Automatic deployment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   • GitHub integration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   • Team collaboration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9F2199-8043-496B-20E3-B42B6463A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804" y="-214303"/>
            <a:ext cx="3492237" cy="23281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Rectangle 361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D9DFE8A5-DCEC-4A43-B613-D62AC8C57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6528" y="642902"/>
            <a:ext cx="5290997" cy="5290997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5608F6B8-DDC9-422E-B241-3222341D7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5931" y="631672"/>
            <a:ext cx="5290997" cy="529099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26B7664A-BE61-4A65-B937-A31E08B8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0502" y="536920"/>
            <a:ext cx="5290997" cy="529099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7014" y="744671"/>
            <a:ext cx="4339988" cy="25778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7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66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67" name="Graphic 212">
            <a:extLst>
              <a:ext uri="{FF2B5EF4-FFF2-40B4-BE49-F238E27FC236}">
                <a16:creationId xmlns:a16="http://schemas.microsoft.com/office/drawing/2014/main" id="{14A1FA07-A873-4AB3-8D01-CFEEEA8CA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68" name="Freeform: Shape 367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69" name="Freeform: Shape 368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331C48F7-8F88-43DC-B1A6-2967CF5AF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72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7F2D9E4-3E45-A397-C765-278F46BEB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881" y="3083372"/>
            <a:ext cx="3492237" cy="23281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399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Abadi</vt:lpstr>
      <vt:lpstr>Arial</vt:lpstr>
      <vt:lpstr>Calibri</vt:lpstr>
      <vt:lpstr>Office Theme</vt:lpstr>
      <vt:lpstr>Hack-A-Gent</vt:lpstr>
      <vt:lpstr>Problem Understanding</vt:lpstr>
      <vt:lpstr>Research &amp; Insights</vt:lpstr>
      <vt:lpstr>Proposed Solution</vt:lpstr>
      <vt:lpstr>Workflow</vt:lpstr>
      <vt:lpstr>Impact &amp; 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Aarav Gupta</dc:creator>
  <cp:keywords/>
  <dc:description>generated using python-pptx</dc:description>
  <cp:lastModifiedBy>Aarav Gupta</cp:lastModifiedBy>
  <cp:revision>3</cp:revision>
  <dcterms:created xsi:type="dcterms:W3CDTF">2013-01-27T09:14:16Z</dcterms:created>
  <dcterms:modified xsi:type="dcterms:W3CDTF">2026-08-02T13:59:24Z</dcterms:modified>
  <cp:category/>
</cp:coreProperties>
</file>